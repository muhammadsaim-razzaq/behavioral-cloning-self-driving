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Self-Driving Car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C2FF"/>
                </a:solidFill>
                <a:latin typeface="Calibri"/>
              </a:rPr>
              <a:t>End-to-End Autonomous Driving via Behavioral Cloning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703320"/>
            <a:ext cx="7616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3108960" cy="45720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Student: Muhammad Saim Razzaq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3108960" cy="45720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Tool: TensorFlow · Colab · Udacity Sim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3931920"/>
            <a:ext cx="3108960" cy="45720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Year: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9BBFF"/>
                </a:solidFill>
                <a:latin typeface="Calibri"/>
              </a:rPr>
              <a:t>Inspired by NVIDIA — Bojarski et al. (2016)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What is this project?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  <a:latin typeface="Calibri"/>
              </a:rPr>
              <a:t>This project implements an autonomous driving system using deep learning. A Convolutional Neural Network (CNN) is trained — via behavioral cloning — to predict steering angles directly from raw camera images, with no hand-crafted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3657600" cy="548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🧠  Behavioral Cloning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Learn to drive by imitating
human demonstration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657600" cy="548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212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📷  End-to-End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88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Raw pixels → steering angle
No separate lane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03120"/>
            <a:ext cx="3657600" cy="548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212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☁️  Colab + Local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88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Train on GPU in the cloud
Run in real-time locally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D8"/>
                </a:solidFill>
                <a:latin typeface="Calibri"/>
              </a:rPr>
              <a:t>Platform: Udacity Self-Driving Car Simulator  •  Architecture: NVIDIA-inspired CNN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
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Drive manually
in Training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7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
Balancing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Cap over-represented
steering angles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79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9079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Augmentation
&amp;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1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Pan, zoom, flip,
YUV + 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7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599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599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1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1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 CNN
(Colab)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3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10 epochs on
GPU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19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19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Export
model.h5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Download weights
to local machine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Autonomous
Driving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drive.py serves
steering in real-time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D8"/>
                </a:solidFill>
                <a:latin typeface="Calibri"/>
              </a:rPr>
              <a:t>Training runs on Google Colab (cloud GPU)  |  Inference runs locally via Socket.IO on port 4567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Model Architecture — NVIDIA-Inspired CNN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85800"/>
            <a:ext cx="3200400" cy="41148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7406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Input   66 × 200 × 3  (YUV)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09728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52144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070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1   24 filters  5×5  /2  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6362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16733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2   36 filters  5×5  /2  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02996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84832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1396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3   48 filters  5×5  /2  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4963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51176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4   64 filters  3×3      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96265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17520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072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5   64 filters  3×3      ELU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42900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83864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538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Flatten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89534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50208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4005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Dense 100   ELU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36168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16552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4714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Dense 50   ELU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82803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82896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9377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Dense 10   ELU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29437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349240"/>
            <a:ext cx="3200400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54041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Output   1 — Steering angle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6583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  <a:latin typeface="Calibri"/>
              </a:rPr>
              <a:t>Key Design Decisions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1078992"/>
            <a:ext cx="77724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3360" y="1234440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1234440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12710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ELU Activation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158191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Avoids dying-neuron problem; smoother gradients for regression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2075688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23360" y="2075688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21122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Strided Conv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242316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Downsamples spatial dimensions without pooling layers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2916936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60" y="2916936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2953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Single 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326440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One neuron predicts continuous steering angle (regression task)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3758184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23360" y="3758184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End-to-End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410565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No hand-crafted features — network learns road cues from 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4599432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23360" y="4599432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62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Input: YUV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494690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YUV colour space separates luminance for better light invariance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0" y="5440680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3360" y="5440680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54772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MSE Loss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578815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Mean Squared Error is ideal for continuous steering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Data Processing &amp;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Preprocessing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280160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1612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Crop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4630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Remove sky &amp; car hood  →  rows 60:135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084832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19659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Colour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26771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Convert RGB → YUV colour 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24912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724912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889504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70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Blur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7238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Gaussian blur 3×3 to reduce noise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29584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529584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694176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5753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Resize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877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Scale to 200 × 66 pixels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34256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334256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498848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3799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Normalise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6817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Divide by 255  →  pixel values in [0, 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658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Augmentation  (Training Only)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115568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115568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1612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Random Pan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1225295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4813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Shifts image ±10% horizontally / vertically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920240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1920240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9659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Zoom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2029968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286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Scales image 1.0–1.2× to vary distance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724912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724912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7706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Brightness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2834640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0906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Adjusts brightness 0.4–1.2× for lighting variation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529584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35040" y="3529584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5753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Horiz. Flip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03920" y="3639312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38953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Mirrors image; steering angle is negated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513892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CD8"/>
                </a:solidFill>
                <a:latin typeface="Calibri"/>
              </a:rPr>
              <a:t>⚠  Augmentation applied only to training batches — validation uses raw images for unbiased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Training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Hyperparameters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11556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Optimiser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20700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Adam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27632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627632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627632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1907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Learning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171907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0.0001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39696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139696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139696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3113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Loss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23113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Mean Squared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51760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2651760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651760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43200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743200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6382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360" y="316382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163824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5526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Epochs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25526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75888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360" y="3675888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675888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6732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Steps/Epoch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376732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300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187952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360" y="4187952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187952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7939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Validation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427939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200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700016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80360" y="4700016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700016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9145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Train/Val Split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79145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80% / 20%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658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Google Colab Workflow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1115568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26480" y="1234440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1968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Mount Google Drive &amp; extract data.7z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1828800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26480" y="1947672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19751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Load driving_log.csv → balance steering bins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2542032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26480" y="2660904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2688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80/20 train/val split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3255263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26480" y="3374135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3401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Batch generator with on-the-fly augmentation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3968496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26480" y="4087368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Train CNN → plot loss curve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4681728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26480" y="4800600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4828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Download model.h5 to local machine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CD8"/>
                </a:solidFill>
                <a:latin typeface="Calibri"/>
              </a:rPr>
              <a:t>No local GPU required — all training offloaded to Colab's free GPU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Local Deployment — drive.py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Environment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521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conda deactivate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Exit any existing environment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883664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conda create -n drive_env python=3.9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311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Create a clean Python 3.9 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883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conda activate drive_env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992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Activate the environment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19856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19856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564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pip install tensorflow opencv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673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Install ML + utility packages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87952"/>
            <a:ext cx="5303520" cy="6675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187952"/>
            <a:ext cx="45720" cy="66751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pip install python-socketio==4.6.1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354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  <a:latin typeface="Calibri"/>
              </a:rPr>
              <a:t>⚠  Exact version for simulator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56048"/>
            <a:ext cx="5303520" cy="6675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956048"/>
            <a:ext cx="45720" cy="66751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926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pip install python-engineio==3.13.2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  <a:latin typeface="Calibri"/>
              </a:rPr>
              <a:t>⚠  Exact version for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58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Real-Time Control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115568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1115568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44768" y="1280160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Load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14630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Rebuild architecture locally
Call load_weights('model.h5')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1783080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883664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1883664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44768" y="2048256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1920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Start 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223113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Socket.IO server on port 4567
Eventlet WSGI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2551176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651760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2651760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44768" y="2816352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6883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Receive Frame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299923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Simulator sends base64
encoded camera image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33192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419856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3419856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44768" y="3584448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3456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Preprocess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376732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Crop → YUV → Blur →
Resize → Normalise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408736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187952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35040" y="4187952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44768" y="4352544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42245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Predict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453542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model.predict() →
steering angle (float)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4855464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4956048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35040" y="4956048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44768" y="5120640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49926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Send Control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1968" y="53035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Emit steering + throttle
back to simulator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CD8"/>
                </a:solidFill>
                <a:latin typeface="Calibri"/>
              </a:rPr>
              <a:t>Throttle = 1.0 − speed / maxSpeed  →  car slows as it approaches speed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~30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Real-time
inference 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&lt;0.03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Final validation
MSE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Training
epochs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Full 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Autonomous
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4231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Training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231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Driving Behaviour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07208"/>
            <a:ext cx="5669280" cy="36576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807208"/>
            <a:ext cx="5577840" cy="36576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92608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926080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35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Loss decreased steadily over all 10 epochs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84448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584448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94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No overfitting — train and val loss tracked closely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42816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242816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525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Validation MSE remained below 0.03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01184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901184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10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Data balancing reduced straight-driving bias effectively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92608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926080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Car completed full laps without leaving the road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584448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584448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694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Steering was smooth with no erratic oscillation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24281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4242816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3525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Dynamic throttle maintained stable speed in curves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901184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901184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010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Real-time inference with no noticeable 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71323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777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Socket version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216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2161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Newer python-socketio versions break the simulator 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171907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810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181051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Pinned python-socketio==4.6.1 &amp; python-engineio==3.13.2 in a dedicated Conda 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71323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79" y="71323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777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Keras model load crash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1216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12161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load_model() failed due to version mismatch between Colab and local Keras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7" y="171907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1810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181051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Rebuilt model architecture locally in drive.py and used load_weights() instead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0215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50215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566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Straight-driving data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005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40050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Most collected data had steering ≈ 0, causing model to favour going straight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" y="450799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5994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459943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Histogram-based balancing capped each steering bin at 500 samples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350215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79" y="350215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3566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local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4005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9" y="40050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Training a CNN locally would be too slow on a standard laptop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4807" y="450799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7" y="45994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59" y="459943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Offloaded all training to Google Colab's free GPU runtime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57881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FF"/>
                </a:solidFill>
                <a:latin typeface="Calibri"/>
              </a:rPr>
              <a:t>A compact NVIDIA-inspired CNN successfully learned to drive a simulated vehicle purely from human demonstration data — no hand-crafted rules, no explicit lane detection. The Colab-to-local workflow proved highly practical: cloud GPU for training, standard laptop for real-time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0604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6060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97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End-to-end learning eliminates the need for a multi-stage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20040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20040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291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 quality &amp; balancing matter more than model complexity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79476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79476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3886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Strict dependency management is critical for simulator compatibility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38912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38912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4480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Google Colab enables GPU training without expensive local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Future Work: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6636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FF"/>
                </a:solidFill>
                <a:latin typeface="Calibri"/>
              </a:rPr>
              <a:t>Multi-track generalisation  •  Left/right camera offsets  •  RC car deployment  •  Reinforcement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  <a:latin typeface="Calibri"/>
              </a:rPr>
              <a:t>github.com/MuhammadSaim-razzaq/behavioral-cloning-self-driving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